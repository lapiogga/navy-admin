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초과근무관리체계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99개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23개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신청/결재/월말결산/당직/개인설정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SYS01 초과근무관리체계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장병의 초과근무 신청/결재/정산/통계를 관리하는 체계.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신청서 작성부터 월말결산, 당직업무, 개인설정까지 초과근무 전 과정을 체계적으로 처리한다.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일반 사용자(신청자), 결재자, 부대관리자, 체계관리자, 당직자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신청서 작성 &gt; 결재 요청 &gt; 승인/반려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일괄처리 신청서 작성/승인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월말결산 마감기한 입력 &gt; 결산 &gt; 마감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당직개소/초과근무자 관리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5. 부대 설정 (최대인정시간/근무시간/공휴일/결재선)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SYS01 초과근무관리체계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SYS01 초과근무관리체계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질의응답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신청서 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신청서 작성/결재/일괄처리/월말결산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현황조회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나의 근무현황/부재관리/월말결산/자료출력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부대관리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부대인원/최대인정시간/근무시간/공휴일/결재선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당직업무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초과근무자/당직개소/개인별 승인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개인설정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당직개소/부서 설정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OtRequestPage, OtApprovalPage, OtBulkPage, OtBulkApprovalPage, OtMonthlyClosingPage 등 23개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SYS01 초과근무관리체계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SYS01 초과근무관리체계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신청서 종류(사전/사후), 근무일, 초과근무 시간, 신청자 IP, 당직개소, 초과근무 내용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월말결산 엑셀, 초과근무 현황 그래프, 부대인원 엑셀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결재 이후 신청서 수정/삭제는 관리자만 가능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최대인정시간 예외처리자는 소속 변경 시 기본값 자동 복구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당직 PC MAC 주소 확인 별도 Client 필요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SYS01 초과근무관리체계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SYS01 초과근무관리체계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/sys01/*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/sys01/* (서브시스템 레이아웃) --&gt; /sys01/N/N (기능 페이지) | /sys01/admin/*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SYS01: 99개 프로세스 | 23개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SYS01 초과근무관리체계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