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SYS02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설문종합관리체계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FF"/>
                </a:solidFill>
              </a:defRPr>
            </a:pPr>
            <a:r>
              <a:t>분석/설계 자료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단위 프로세스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31개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복잡도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구현 페이지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7개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핵심 키워드: 설문생성/참여/승인/결과분석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3093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AACC"/>
                </a:solidFill>
              </a:defRPr>
            </a:pPr>
            <a:r>
              <a:t>해병대 행정포탈 시스템 | 2026-04-07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SYS02 설문종합관리체계 - 업무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업무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해병대 내 설문조사를 체계적으로 관리하는 시스템.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설문 생성/문항 등록/승인/배포/참여/결과 분석까지 설문 전 주기를 관리한다.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주요 사용자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9184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설문 작성자(일반), 설문 참여자(일반), 체계관리자(승인/관리)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핵심 업무 흐름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280160"/>
            <a:ext cx="393192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37160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1. 설문조사 설정 등록 &gt; 문항 등록 &gt; 제출(승인요청)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2. 승인 대기 &gt; 승인/반려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3. 활성화 설문 &gt; 참여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4. 지난 설문 결과 조회/출력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SYS02 설문종합관리체계 | 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SYS02 설문종합관리체계 - 주요 기능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8229600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943600"/>
              </a:tblGrid>
              <a:tr h="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대메뉴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주요 기능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게시판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공지사항, 질의응답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설문관리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나의 설문/설문참여/지난 설문/체계관리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관리자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공통기능 모듈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66"/>
                </a:solidFill>
              </a:defRPr>
            </a:pPr>
            <a:r>
              <a:t>구현 페이지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MySurveyPage, SurveyParticipationPage, SurveyAdminPage 등 7개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SYS02 설문종합관리체계 | 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SYS02 설문종합관리체계 - 입출력 데이터 및 규칙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3840480" cy="22860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입력 데이터 (Input)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설문명, 설문내용, 설문대상, 대상자 수, 설문기간, 결과공개, 대상 계급/부대/직책/성별, 첨부파일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005840"/>
            <a:ext cx="3840480" cy="22860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출력 데이터 (Output)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4173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설문 결과 차트(Chart), 결과 엑셀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규칙 / 예외사항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8620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설문조사 대상자 여부 체크 필요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결과 공개 설문만 지난 설문 결과 조회 가능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문항 등록은 엑셀 양식 업로드 방식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SYS02 설문종합관리체계 | 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SYS02 설문종합관리체계 - 시스템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기술 스택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React 18 + TypeScript 5 + Vite 5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Ant Design 5 (ProTable, ProForm, ProLayout)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Zustand 5 (Client State) + TanStack Query 5 (Server State)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React Router 7 (SPA Routing)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MSW 2 (Mock API) + Faker.js 9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Tailwind CSS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914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공통 컴포넌트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18872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28016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DataTable: 군청색 라인 테이블 (상단 2px, 하단 1px)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SearchForm: 100px 높이 검색영역 컨테이너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CrudForm: 등록/수정 폼 (text/select/date/file 등)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militaryPersonColumn: 군번/계급/성명 3항목 표시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StatusBadge: 상태 뱃지 (색상/라벨 매핑)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SubsystemHomePage: 서브시스템 메인 화면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AdminRoutes: 공통기능 관리자 라우트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아키텍처 패턴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6616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사용자 (브라우저)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React SPA</a:t>
            </a:r>
            <a:br/>
            <a:r>
              <a:t>/sys02/*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MSW</a:t>
            </a:r>
            <a:br/>
            <a:r>
              <a:t>(Mock API)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3840480"/>
            <a:ext cx="1371600" cy="731520"/>
          </a:xfrm>
          <a:prstGeom prst="rect">
            <a:avLst/>
          </a:prstGeom>
          <a:solidFill>
            <a:srgbClr val="FFF0E0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향후</a:t>
            </a:r>
            <a:br/>
            <a: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--&gt;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--&gt;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66666"/>
                </a:solidFill>
              </a:defRPr>
            </a:pPr>
            <a:r>
              <a:t>--&gt;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라우트 구조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12064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212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/ (메인 포탈) --&gt; /sys02/* (서브시스템 레이아웃) --&gt; /sys02/N/N (기능 페이지) | /sys02/admin/* (관리자)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80644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3366"/>
                </a:solidFill>
              </a:defRPr>
            </a:pPr>
            <a:r>
              <a:t>전체 시스템: 18개 서브시스템 | 845개 프로세스 | 213개 페이지 | SYS02: 31개 프로세스 | 7개 페이지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SYS02 설문종합관리체계 | 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