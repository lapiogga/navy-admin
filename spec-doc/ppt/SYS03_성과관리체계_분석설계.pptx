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SYS03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성과관리체계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</a:defRPr>
            </a:pPr>
            <a:r>
              <a:t>분석/설계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단위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76개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복잡도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구현 페이지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16개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핵심 키워드: 과제계층/실적입력/평가/그래프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AACC"/>
                </a:solidFill>
              </a:defRPr>
            </a:pPr>
            <a:r>
              <a:t>해병대 행정포탈 시스템 |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SYS03 성과관리체계 - 업무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업무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해병대 부대(서)별 성과관리를 지원하는 체계.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기준정보 관리, 연간과제 등록/실적 입력/승인/평가, 평가결과 조회까지 성과관리 전 주기를 관리한다.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주요 사용자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과제 담당자(일반), 결재자, 평가자, 체계관리자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핵심 업무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393192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3716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1. 기준년도/평가조직 설정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2. 지휘방침 &gt; 추진중점 &gt; 중과제 계층 구조 관리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3. 소과제/상세과제 등록 &gt; 실적 입력 &gt; 상신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4. 과제실적 승인/반려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5. 과제/개인 실적 평가 &gt; 결과 조회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SYS03 성과관리체계 |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SYS03 성과관리체계 - 주요 기능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대메뉴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대시보드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업무 달성률/추진율 그래프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기준정보관리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기준년도/평가조직/개인실적/과제관리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연간과제관리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과제등록/실적입력/승인/평가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평가결과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결과조회/입력현황/과제검색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관리자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공통기능 모듈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</a:defRPr>
            </a:pPr>
            <a:r>
              <a:t>구현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PerfPolicyPage, PerfMainTaskPage, PerfEvalResultPage 등 16개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SYS03 성과관리체계 |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SYS03 성과관리체계 - 입출력 데이터 및 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입력 데이터 (Input)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기준년도, 평가조직, 과제 계층(지휘방침~상세과제), 업무실적 내용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출력 데이터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업무 달성률/추진율 차트, 평가결과/과제목록 엑셀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규칙 / 예외사항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과제 계층: 지휘방침 &gt; 추진중점과제 &gt; 중과제 &gt; 소과제 &gt; 상세과제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중과제/소과제 엑셀 일괄 등록 지원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SYS03 성과관리체계 |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SYS03 성과관리체계 -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18 + TypeScript 5 + Vite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Ant Design 5 (ProTable, ProForm, ProLayout)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Zustand 5 (Client State) + TanStack Query 5 (Server State)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Router 7 (SPA Routing)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MSW 2 (Mock API) + Faker.js 9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Tailwind CSS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공통 컴포넌트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DataTable: 군청색 라인 테이블 (상단 2px, 하단 1px)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SearchForm: 100px 높이 검색영역 컨테이너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CrudForm: 등록/수정 폼 (text/select/date/file 등)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militaryPersonColumn: 군번/계급/성명 3항목 표시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StatusBadge: 상태 뱃지 (색상/라벨 매핑)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SubsystemHomePage: 서브시스템 메인 화면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AdminRoutes: 공통기능 관리자 라우트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아키텍처 패턴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사용자 (브라우저)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React SPA</a:t>
            </a:r>
            <a:br/>
            <a:r>
              <a:t>/sys03/*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MSW</a:t>
            </a:r>
            <a:br/>
            <a:r>
              <a:t>(Mock API)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40480"/>
            <a:ext cx="1371600" cy="731520"/>
          </a:xfrm>
          <a:prstGeom prst="rect">
            <a:avLst/>
          </a:prstGeom>
          <a:solidFill>
            <a:srgbClr val="FFF0E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향후</a:t>
            </a:r>
            <a:br/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--&gt;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라우트 구조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/ (메인 포탈) --&gt; /sys03/* (서브시스템 레이아웃) --&gt; /sys03/N/N (기능 페이지) | /sys03/admin/* (관리자)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66"/>
                </a:solidFill>
              </a:defRPr>
            </a:pPr>
            <a:r>
              <a:t>전체 시스템: 18개 서브시스템 | 845개 프로세스 | 213개 페이지 | SYS03: 76개 프로세스 | 16개 페이지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SYS03 성과관리체계 |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