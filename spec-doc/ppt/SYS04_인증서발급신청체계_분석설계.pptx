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인증서발급신청체계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14개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발급신청/승인/등록대장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SYS04 인증서발급신청체계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장병의 인증서(국방전자서명인증서) 발급을 온라인으로 신청/승인/관리하는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신청자(일반), 관리자(승인)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발급 신청 &gt; 현황 조회 &gt; 회수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승인대기 목록 &gt; 상세 &gt; 승인/반려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발급 목록/엑셀/통계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SYS04 인증서발급신청체계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SYS04 인증서발급신청체계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인증서발급신청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신청/승인관리/등록대장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CertificateApplyPage, CertificateApprovalPage, CertificateRegisterPage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SYS04 인증서발급신청체계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SYS04 인증서발급신청체계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인증서 구분, 신청구분, 용도, 사유, 신청자정보(계급/성명/군번/소속/이메일/전화), 정보활용동의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발급현황 엑셀, 발급 통계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승인대기 상태에서만 회수 가능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반려 시 반송의견 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SYS04 인증서발급신청체계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SYS04 인증서발급신청체계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/sys04/*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/sys04/* (서브시스템 레이아웃) --&gt; /sys04/N/N (기능 페이지) | /sys04/admin/*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SYS04: 14개 프로세스 | 3개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SYS04 인증서발급신청체계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