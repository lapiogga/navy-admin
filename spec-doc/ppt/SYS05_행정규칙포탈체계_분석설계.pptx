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926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SYS05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행정규칙포탈체계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DDFF"/>
                </a:solidFill>
              </a:defRPr>
            </a:pPr>
            <a:r>
              <a:t>분석/설계 자료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474720"/>
            <a:ext cx="2286000" cy="12801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단위 프로세스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15개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3474720"/>
            <a:ext cx="2286000" cy="12801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복잡도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931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3474720"/>
            <a:ext cx="2286000" cy="12801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구현 페이지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3931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4개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2920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핵심 키워드: 현행규정/예규/지시문서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3093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AACC"/>
                </a:solidFill>
              </a:defRPr>
            </a:pPr>
            <a:r>
              <a:t>해병대 행정포탈 시스템 | 2026-04-07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SYS05 행정규칙포탈체계 - 업무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업무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84048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해군 현행규정, 예규, 지시문서를 통합 관리하는 포탈.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부/실/단별 규정을 조직도 기반으로 조회하고, 예규와 지시문서를 게시판 형태로 관리한다.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주요 사용자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91840"/>
            <a:ext cx="384048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일반 사용자(열람), 관리자(등록/수정)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9144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핵심 업무 흐름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1280160"/>
            <a:ext cx="393192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371600"/>
            <a:ext cx="3931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1. 조직도 전시 &gt; 규정 조회 &gt; 열람/다운로드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2. 예규 목록 조회 &gt; CRUD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3. 지시문서 CRUD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SYS05 행정규칙포탈체계 | 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SYS05 행정규칙포탈체계 - 주요 기능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8229600" cy="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943600"/>
              </a:tblGrid>
              <a:tr h="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대메뉴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주요 기능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게시판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공지사항, 질의응답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해군규정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현행규정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예규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해군본부/예하부대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지시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지시문서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관리자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공통기능 모듈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66"/>
                </a:solidFill>
              </a:defRPr>
            </a:pPr>
            <a:r>
              <a:t>구현 페이지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RegulationListPage, PrecedentHQPage, PrecedentUnitPage, DirectiveListPage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SYS05 행정규칙포탈체계 | 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SYS05 행정규칙포탈체계 - 입출력 데이터 및 규칙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3840480" cy="2286000"/>
          </a:xfrm>
          <a:prstGeom prst="rect">
            <a:avLst/>
          </a:prstGeom>
          <a:solidFill>
            <a:srgbClr val="E8F0FE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입력 데이터 (Input)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규정명, 규정 파일, 예규 정보, 지시문서 정보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1005840"/>
            <a:ext cx="3840480" cy="2286000"/>
          </a:xfrm>
          <a:prstGeom prst="rect">
            <a:avLst/>
          </a:prstGeom>
          <a:solidFill>
            <a:srgbClr val="E8F0FE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097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출력 데이터 (Output)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41732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규정 전문 열람, 파일 다운로드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규칙 / 예외사항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86200"/>
            <a:ext cx="822960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02336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현행규정 열람 시 전문 전시 + 파일 다운로드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SYS05 행정규칙포탈체계 | 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SYS05 행정규칙포탈체계 - 시스템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기술 스택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84048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React 18 + TypeScript 5 + Vite 5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Ant Design 5 (ProTable, ProForm, ProLayout)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Zustand 5 (Client State) + TanStack Query 5 (Server State)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React Router 7 (SPA Routing)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MSW 2 (Mock API) + Faker.js 9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Tailwind CSS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9144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공통 컴포넌트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188720"/>
            <a:ext cx="384048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28016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DataTable: 군청색 라인 테이블 (상단 2px, 하단 1px)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SearchForm: 100px 높이 검색영역 컨테이너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CrudForm: 등록/수정 폼 (text/select/date/file 등)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militaryPersonColumn: 군번/계급/성명 3항목 표시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StatusBadge: 상태 뱃지 (색상/라벨 매핑)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SubsystemHomePage: 서브시스템 메인 화면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AdminRoutes: 공통기능 관리자 라우트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아키텍처 패턴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566160"/>
            <a:ext cx="822960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840480"/>
            <a:ext cx="1828800" cy="731520"/>
          </a:xfrm>
          <a:prstGeom prst="rect">
            <a:avLst/>
          </a:prstGeom>
          <a:solidFill>
            <a:srgbClr val="E8F0FE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1F3F"/>
                </a:solidFill>
              </a:defRPr>
            </a:pPr>
            <a:r>
              <a:t>사용자 (브라우저)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3840480"/>
            <a:ext cx="1828800" cy="731520"/>
          </a:xfrm>
          <a:prstGeom prst="rect">
            <a:avLst/>
          </a:prstGeom>
          <a:solidFill>
            <a:srgbClr val="E8F0FE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1F3F"/>
                </a:solidFill>
              </a:defRPr>
            </a:pPr>
            <a:r>
              <a:t>React SPA</a:t>
            </a:r>
            <a:br/>
            <a:r>
              <a:t>/sys05/*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3840480"/>
            <a:ext cx="1828800" cy="731520"/>
          </a:xfrm>
          <a:prstGeom prst="rect">
            <a:avLst/>
          </a:prstGeom>
          <a:solidFill>
            <a:srgbClr val="E8F0FE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1F3F"/>
                </a:solidFill>
              </a:defRPr>
            </a:pPr>
            <a:r>
              <a:t>MSW</a:t>
            </a:r>
            <a:br/>
            <a:r>
              <a:t>(Mock API)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3840480"/>
            <a:ext cx="1371600" cy="731520"/>
          </a:xfrm>
          <a:prstGeom prst="rect">
            <a:avLst/>
          </a:prstGeom>
          <a:solidFill>
            <a:srgbClr val="FFF0E0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1F3F"/>
                </a:solidFill>
              </a:defRPr>
            </a:pPr>
            <a:r>
              <a:t>향후</a:t>
            </a:r>
            <a:br/>
            <a:r>
              <a:t>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023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--&gt;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023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--&gt;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023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66666"/>
                </a:solidFill>
              </a:defRPr>
            </a:pPr>
            <a:r>
              <a:t>--&gt;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라우트 구조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120640"/>
            <a:ext cx="822960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212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/ (메인 포탈) --&gt; /sys05/* (서브시스템 레이아웃) --&gt; /sys05/N/N (기능 페이지) | /sys05/admin/* (관리자)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760720"/>
            <a:ext cx="8229600" cy="457200"/>
          </a:xfrm>
          <a:prstGeom prst="rect">
            <a:avLst/>
          </a:prstGeom>
          <a:solidFill>
            <a:srgbClr val="E8F0FE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80644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3366"/>
                </a:solidFill>
              </a:defRPr>
            </a:pPr>
            <a:r>
              <a:t>전체 시스템: 18개 서브시스템 | 845개 프로세스 | 213개 페이지 | SYS05: 15개 프로세스 | 4개 페이지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SYS05 행정규칙포탈체계 | 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