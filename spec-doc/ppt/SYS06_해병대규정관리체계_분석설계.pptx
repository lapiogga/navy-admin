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해병대규정관리체계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30개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4개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해병대규정/예규/지시/DocViewer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SYS06 해병대규정관리체계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고유 규정, 예규, 지시문서를 관리하는 체계.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SYS05와 유사 구조이나 해병대사령부 예규와 규정예고/자료실 게시판이 추가된다.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사용자(열람), 관리자(등록/수정)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해병대규정 조직도 &gt; 규정 열람(Document Viewer)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해병대사령부 예규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예하부대 조직도/링크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지시문서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SYS06 해병대규정관리체계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SYS06 해병대규정관리체계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규정예고, 자료실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해병대규정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현행규정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예규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해병대사령부/예하부대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지시문서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RegulationListPage, PrecedentHQPage, PrecedentUnitPage, DirectiveListPage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SYS06 해병대규정관리체계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SYS06 해병대규정관리체계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규정명, 규정 파일, 예규 정보, 지시문서 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규정 전문 열람(Document Viewer), 파일 다운로드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현행규정 열람 시 Document Viewer 필요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게시판 3개(공지/규정예고/자료실)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SYS06 해병대규정관리체계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SYS06 해병대규정관리체계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/sys06/*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/sys06/* (서브시스템 레이아웃) --&gt; /sys06/N/N (기능 페이지) | /sys06/admin/*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SYS06: 30개 프로세스 | 4개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SYS06 해병대규정관리체계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