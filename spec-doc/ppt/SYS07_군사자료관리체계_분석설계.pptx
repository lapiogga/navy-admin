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군사자료관리체계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40개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9개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비밀문서/활용/통계/해기단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SYS07 군사자료관리체계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해기단에서 관리하는 군사자료(비밀문서 포함)의 목록 관리, 활용(대출/열람/지출) 처리, 통계 관리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사용자(열람/검색), 관리자(등록/활용처리/통계)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군사자료 목록/상세 &gt; 등록/수정/삭제/일괄등록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평가심의 대상 &gt; 결과 입력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대출/열람/지출 처리 &gt; 반납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통계자료 조회/저장/출력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SYS07 군사자료관리체계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SYS07 군사자료관리체계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군사자료 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군사자료 관리/활용/통계자료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해기단자료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해기단자료 CRUD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MilDataListPage, MilDataUsagePage, MilDataStatsPage, HaegidanListPage 등 9개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SYS07 군사자료관리체계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SYS07 군사자료관리체계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비밀등급, 보관장소, 관리번호, 문서구분, 이관일자, 보존기간 등 17개 필드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군사자료 목록 엑셀, 각종 기록부/통계 양식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삭제 시 삭제 사유 필수 / 삭제 로그 저장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데이터 무결성 검증 필수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파기/보존기간 연장 기능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SYS07 군사자료관리체계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SYS07 군사자료관리체계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/sys07/*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/sys07/* (서브시스템 레이아웃) --&gt; /sys07/N/N (기능 페이지) | /sys07/admin/*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SYS07: 40개 프로세스 | 9개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SYS07 군사자료관리체계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