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영현보훈체계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35개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18개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사망자/상이자/확인서/통계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SYS09 영현보훈체계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해병대 전공사상자(사망자/상이자) 정보 관리 및 전공사상심사위원회 결과 관리 체계.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각종 확인서/보고서 출력과 다양한 통계를 제공한다.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담당자(자료 입력), 관리자(통계/출력)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사망자 현황 CRUD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상이자 현황 CRUD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전공사상심사 결과 CRUD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4. 확인서/보고서/통계 출력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SYS09 영현보훈체계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SYS09 영현보훈체계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게시판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공지사항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자료입력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사망자/상이자/전공사상심사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통계 및 자료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확인서/보고서/통계/명부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79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DeceasedPage, InjuredPage, ReviewPage, CertPages, StatsPages 등 18개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SYS09 영현보훈체계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SYS09 영현보훈체계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사망자(군번/성명/주민번호/사망구분 등), 상이자(보훈청명/병명/전공상여부), 심사(심사차수/일자/분류)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국가유공자 확인서, 현황 보고서, 각종 통계 엑셀, 명부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양식은 전공사상자 처리 훈령 참조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검색조건: 군구분, 군번, 성명, 주민번호, 계급, 소속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SYS09 영현보훈체계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SYS09 영현보훈체계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/sys09/*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/sys09/* (서브시스템 레이아웃) --&gt; /sys09/N/N (기능 페이지) | /sys09/admin/*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SYS09: 35개 프로세스 | 18개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SYS09 영현보훈체계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