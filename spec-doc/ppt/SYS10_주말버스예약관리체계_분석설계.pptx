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SYS10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주말버스예약관리체계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DDFF"/>
                </a:solidFill>
              </a:defRPr>
            </a:pPr>
            <a:r>
              <a:t>분석/설계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단위 프로세스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44개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복잡도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3474720"/>
            <a:ext cx="2286000" cy="128016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구현 페이지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13개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핵심 키워드: 예약/좌석배정/배차/타군사용자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001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AACC"/>
                </a:solidFill>
              </a:defRPr>
            </a:pPr>
            <a:r>
              <a:t>해병대 행정포탈 시스템 | 2026-04-07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SYS10 주말버스예약관리체계 - 업무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업무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해병대 장병의 주말버스 예약/좌석 배정/승차권 발급/위규자 관리/타군 사용자 관리를 수행하는 체계.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주요 사용자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일반 사용자(예약), 관리자(배차/좌석관리), 타군 사용자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핵심 업무 흐름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280160"/>
            <a:ext cx="393192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1. 예약자 검색 &gt; 예약 &gt; 승차권 발급/반납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2. 대기자 &gt; 좌석 배정(수동/자동)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3. 배차 정보 CRUD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000">
                <a:solidFill>
                  <a:srgbClr val="333333"/>
                </a:solidFill>
              </a:defRPr>
            </a:pPr>
            <a:r>
              <a:t>4. 위규자/타군사용자 관리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SYS10 주말버스예약관리체계 | 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SYS10 주말버스예약관리체계 - 주요 기능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대메뉴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게시판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공지사항, 질의응답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주말버스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예약/대기자/예약현황/배차/예약시간/사용현황/위규자/타군사용자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1F3F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공통기능 모듈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구현 페이지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BusReservationPage, BusSchedulePage, BusDispatchPage, ExternalUserPage 등 13개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SYS10 주말버스예약관리체계 | 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SYS10 주말버스예약관리체계 - 입출력 데이터 및 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입력 데이터 (Input)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운행일자, 출발지/도착지, 시간, 예약자 정보, 배차 정보, 타군사용자(군구분/부대/군번/직책/전화/메일)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005840"/>
            <a:ext cx="3840480" cy="22860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출력 데이터 (Output)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승차권 프린트, 예약현황/대기자 엑셀, 사용현황/위규자 양식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</a:defRPr>
            </a:pPr>
            <a:r>
              <a:t>규칙 / 예외사항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8620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타군 사용자 별도 로그인 화면 필요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타군 패스워드 초기화 메일 발송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000">
                <a:solidFill>
                  <a:srgbClr val="333333"/>
                </a:solidFill>
              </a:defRPr>
            </a:pPr>
            <a:r>
              <a:t>  예약시간은 구간별/계급별/일자별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SYS10 주말버스예약관리체계 | 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SYS10 주말버스예약관리체계 -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기술 스택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18 + TypeScript 5 + Vite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Ant Design 5 (ProTable, ProForm, ProLayout)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Zustand 5 (Client State) + TanStack Query 5 (Server State)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React Router 7 (SPA Routing)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MSW 2 (Mock API) + Faker.js 9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Tailwind CSS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공통 컴포넌트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384048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28016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DataTable: 군청색 라인 테이블 (상단 2px, 하단 1px)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SearchForm: 100px 높이 검색영역 컨테이너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CrudForm: 등록/수정 폼 (text/select/date/file 등)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militaryPersonColumn: 군번/계급/성명 3항목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StatusBadge: 상태 뱃지 (색상/라벨 매핑)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SubsystemHomePage: 서브시스템 메인 화면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333333"/>
                </a:solidFill>
              </a:defRPr>
            </a:pPr>
            <a:r>
              <a:t>AdminRoutes: 공통기능 관리자 라우트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아키텍처 패턴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사용자 (브라우저)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React SPA</a:t>
            </a:r>
            <a:br/>
            <a:r>
              <a:t>/sys10/*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3840480"/>
            <a:ext cx="1828800" cy="731520"/>
          </a:xfrm>
          <a:prstGeom prst="rect">
            <a:avLst/>
          </a:prstGeom>
          <a:solidFill>
            <a:srgbClr val="E8F0FE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MSW</a:t>
            </a:r>
            <a:br/>
            <a:r>
              <a:t>(Mock API)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840480"/>
            <a:ext cx="1371600" cy="731520"/>
          </a:xfrm>
          <a:prstGeom prst="rect">
            <a:avLst/>
          </a:prstGeom>
          <a:solidFill>
            <a:srgbClr val="FFF0E0"/>
          </a:solidFill>
          <a:ln w="127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1F3F"/>
                </a:solidFill>
              </a:defRPr>
            </a:pPr>
            <a:r>
              <a:t>향후</a:t>
            </a:r>
            <a:br/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366"/>
                </a:solidFill>
              </a:defRPr>
            </a:pPr>
            <a:r>
              <a:t>--&gt;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0233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66666"/>
                </a:solidFill>
              </a:defRPr>
            </a:pPr>
            <a:r>
              <a:t>--&gt;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라우트 구조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822960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</a:defRPr>
            </a:pPr>
            <a:r>
              <a:t>/ (메인 포탈) --&gt; /sys10/* (서브시스템 레이아웃) --&gt; /sys10/N/N (기능 페이지) | /sys10/admin/* (관리자)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66"/>
                </a:solidFill>
              </a:defRPr>
            </a:pPr>
            <a:r>
              <a:t>전체 시스템: 18개 서브시스템 | 845개 프로세스 | 213개 페이지 | SYS10: 44개 프로세스 | 13개 페이지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SYS10 주말버스예약관리체계 | 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