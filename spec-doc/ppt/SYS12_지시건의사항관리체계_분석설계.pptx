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지시건의사항관리체계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32개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지시/건의/추진현황매트릭스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SYS12 지시건의사항관리체계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대통령/국방부장관/지휘관의 지시사항과 건의사항의 추진현황을 매트릭스 형태로 관리하고 조치사항을 추적하는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담당자(등록/조치), 관리자(추진현황 조회)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지시사항 추진현황 매트릭스 조회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지시사항/건의사항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조치사항 등록/수정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SYS12 지시건의사항관리체계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SYS12 지시건의사항관리체계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지시사항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대통령/국방부장관/지휘관 지시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건의사항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지휘관 건의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DirectiveListPage, ProposalListPage, DirectiveProgressPage, ProposalProgressPage, DirectiveAdminPage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SYS12 지시건의사항관리체계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SYS12 지시건의사항관리체계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지시자, 지시일자, 수명부대, 추진상태, 지시내용, 종류(문서/구두), 조치(담당자/계획/내용/첨부)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추진현황 매트릭스(총괄/부서별), 엑셀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추진현황은 매트릭스 형태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지시사항 4개 섹션(대통령/국방부장관/지휘관/건의) 동일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SYS12 지시건의사항관리체계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SYS12 지시건의사항관리체계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/sys12/*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/sys12/* (서브시스템 레이아웃) --&gt; /sys12/N/N (기능 페이지) | /sys12/admin/*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SYS12: 32개 프로세스 | 5개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SYS12 지시건의사항관리체계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