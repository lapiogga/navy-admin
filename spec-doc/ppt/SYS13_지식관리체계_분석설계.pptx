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지식관리체계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23개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6개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지식등록/추천/평점/댓글/통계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SYS13 지식관리체계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장병이 업무 지식을 등록/공유/열람하고, 추천/평점/댓글 기능으로 활용도를 높이는 지식관리 시스템.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사용자(등록/열람), 관리자(숨김/삭제)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나의 지식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지식 검색/상세 &gt; 추천/평점/댓글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유형별/부대별/작성자별 통계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SYS13 지식관리체계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SYS13 지식관리체계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지식관리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나의 지식/지식 관리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지식열람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지식열람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지식통계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통계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MyKnowledgePage, KnowledgeListPage, KnowledgeDetailPage, KnowledgeAdminPage, KnowledgeStatsPage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SYS13 지식관리체계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SYS13 지식관리체계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제목, 지식유형, 출처(생산/카피), 키워드(다수), 내용, 첨부파일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유형별/부대별/작성자별 통계, 부대별 목록 엑셀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부대별 통계는 등록자 소속 기준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정렬: 작성 수/추천 수/평점/조회 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SYS13 지식관리체계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SYS13 지식관리체계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/sys13/*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/sys13/* (서브시스템 레이아웃) --&gt; /sys13/N/N (기능 페이지) | /sys13/admin/*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SYS13: 23개 프로세스 | 6개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SYS13 지식관리체계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