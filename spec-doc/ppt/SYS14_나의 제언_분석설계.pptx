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나의 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16개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제언등록/상태관리/댓글/서식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SYS14 나의 제언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장병이 업무 개선 의견이나 제안을 등록하고, 관리자가 진행상태/조치유형을 관리하며 댓글로 소통하는 제언 시스템.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사용자(제언 등록), 관리자(상태관리/서식관리)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대시보드 제언 목록 조회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제언 등록/수정/삭제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관리자 상태변경(등록&gt;접수&gt;진행&gt;완료/반려)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댓글 CRUD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SYS14 나의 제언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SYS14 나의 제언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제언 목록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나의제언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제언확인/서식관리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SuggestionMainPage, SuggestionListPage, SuggestionAdminPage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SYS14 나의 제언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SYS14 나의 제언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제목, 내용, 첨부파일 (소속/제언자/직책/전화번호는 로그인정보 연동)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제언 목록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진행상태: 등록&gt;접수&gt;진행&gt;완료/반려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조치유형: 정책반영/업무추진/기추진/업무참고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반려 시 반려사유 입력 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SYS14 나의 제언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SYS14 나의 제언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/sys14/*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/sys14/* (서브시스템 레이아웃) --&gt; /sys14/N/N (기능 페이지) | /sys14/admin/*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SYS14: 16개 프로세스 | 3개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SYS14 나의 제언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