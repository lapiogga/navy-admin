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보안일일결산체계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138개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최상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27개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비밀매체/결산/평가/점검항목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SYS15 보안일일결산체계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보안업무의 핵심 체계. 비밀/저장매체/보안자재 보유 현황, 개인/사무실 보안일일결산, 보안수준평가, 보안교육, 결재 등을 관리한다.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사용자, 일일보안점검관, 부서관리자, 평가관, 결재자, 체계관리자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저장매체/비밀/보안자재 보유현황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인계/인수 처리/결재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개인/사무실 보안일일결산 실시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일일보안점검관 당직표 관리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개인보안수준 수시/정기 평가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6. 부재처리/보안교육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7. 결재대기/완료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8. 결산종합현황/관리설정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SYS15 보안일일결산체계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SYS15 보안일일결산체계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비밀/매체관리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저장매체/비밀/보안자재/예고문/인계인수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보안일일결산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개인/사무실결산/점검관/수준평가/부재/교육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결재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결재대기/완료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결산종합현황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비밀매체/개인/사무실/부재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결산체계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개인설정/점검항목/휴무일/알림시간/로그/예외처리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SecretMediaPage, PersonalSecDailyPage, OfficeSecDailyPage, DutyOfficerPage 등 27개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SYS15 보안일일결산체계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SYS15 보안일일결산체계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저장매체(매체구분/등급/증감수량), 비밀(등급/증감/수량), 부재(대상/기간/내용), 보안교육(구분/일자/교관/내용)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저장매체 관리대장, 비밀관리기록부, 결산 캘린더, 이력 엑셀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사무실결산 미실시자/부재자 사유 입력 필수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당직표 결재자 기본 지정/변경 가능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정기평가 수정은 2차 결재 이전까지만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SYS15 보안일일결산체계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SYS15 보안일일결산체계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/sys15/*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/sys15/* (서브시스템 레이아웃) --&gt; /sys15/N/N (기능 페이지) | /sys15/admin/*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SYS15: 138개 프로세스 | 27개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SYS15 보안일일결산체계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