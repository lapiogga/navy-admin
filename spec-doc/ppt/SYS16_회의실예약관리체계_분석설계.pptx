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회의실예약관리체계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21개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5개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예약신청/승인/회의실관리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SYS16 회의실예약관리체계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부대(서)별 회의실 예약/관리 체계. 사용자가 예약을 신청하고 관리자가 승인/반려하며, 회의실 정보와 고정 일정을 관리한다.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일반 사용자(예약 신청), 관리자(승인/회의실 관리)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회의실 선택 &gt; 예약 신청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내예약 목록/수정/취소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조건별 회의현황 조회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관리자 승인/승인취소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5. 회의실/고정일정 CRUD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SYS16 회의실예약관리체계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SYS16 회의실예약관리체계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회의실 예약관리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예약신청/내예약/회의현황/예약관리/회의실관리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MeetingReservePage, MyReservationPage, MeetingStatusPage, ReservationMgmtPage, MeetingRoomMgmtPage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SYS16 회의실예약관리체계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SYS16 회의실예약관리체계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회의실 관리부대, 회의실, 회의명, 회의일시, 회의등급, 주관부서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예약 목록 엑셀/프린트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검색조건: 회의실 관리부대, 회의실, 회의일자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SYS16 회의실예약관리체계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SYS16 회의실예약관리체계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/sys16/*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/sys16/* (서브시스템 레이아웃) --&gt; /sys16/N/N (기능 페이지) | /sys16/admin/*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SYS16: 21개 프로세스 | 5개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SYS16 회의실예약관리체계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